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>
      <p:cViewPr varScale="1">
        <p:scale>
          <a:sx n="87" d="100"/>
          <a:sy n="87" d="100"/>
        </p:scale>
        <p:origin x="26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84DC7-2CE9-7B01-A08E-116B2F47B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97E2C-3108-0DA8-6631-53F7D5C421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E99B0-2986-E14A-D60B-F785828C1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C9CA-3CE1-46C8-8B35-A1BB8A4BE7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837B9-714E-928E-8A68-695EC3455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5D0B3-10F8-195B-2A4D-32CCE3EB5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24172-7F94-4A1D-A8B5-99274FB7F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159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4CA38-7339-2422-9DDD-C651C1974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DB9DF-8D42-20F4-F9CD-2E46BB66D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867C8-9EB9-A72D-1D54-B7F8BA2A2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C9CA-3CE1-46C8-8B35-A1BB8A4BE7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BD9BC-F95B-F807-F422-E2E748A67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D306F-6744-234F-FC7A-A38BF2BCE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24172-7F94-4A1D-A8B5-99274FB7F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648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85DA-B252-314A-E6CC-DFF3A0ADA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55619-079F-92BE-93F3-AA5142FE2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7A58F-3B49-6612-29BA-17F190FCC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C9CA-3CE1-46C8-8B35-A1BB8A4BE7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DAC94-34A9-4E28-5302-A7D248B04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7AA81-2274-8DBB-2959-A0AF94137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24172-7F94-4A1D-A8B5-99274FB7F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61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D659E-2906-524D-2D8D-BB4DD127A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B48E8-60D9-B87D-6D17-31926AD9DD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9B832-4D95-0673-70EB-6F6EAB906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C07505-9515-1F15-186B-28DEE9849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C9CA-3CE1-46C8-8B35-A1BB8A4BE7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3969D-D4D7-D1ED-DBE0-4EF59F59B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8469F-BBC6-F7BB-192B-297D1CDF2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24172-7F94-4A1D-A8B5-99274FB7F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02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A75C1-0ABC-A7D2-09C0-1E851C80C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9E48E-8E33-E7AB-F51D-CB22913B5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451B72-C738-0F22-D2F8-82BE2A0254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0F1EB3-5C79-AD7B-9DD0-43153442E8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A78565-8FB3-EEBD-1D39-B728DF86CD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F8A84A-C99A-6689-47B3-317B3A219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C9CA-3CE1-46C8-8B35-A1BB8A4BE7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C29953-D1C1-B322-AB56-224825F4F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1BC9CE-DCF5-7B63-B5FF-3BC48ED21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24172-7F94-4A1D-A8B5-99274FB7F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340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4E81E-DE30-3348-1B52-24A55A4D7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8DDC41-9381-F3F5-920E-2ABF54B82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C9CA-3CE1-46C8-8B35-A1BB8A4BE7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15CC34-8CD3-6E3B-6A85-734FCFE1F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FFB9C7-DE74-7880-360E-F802656F4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24172-7F94-4A1D-A8B5-99274FB7F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201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AB7860-9278-C48F-B01D-425B5CF2A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C9CA-3CE1-46C8-8B35-A1BB8A4BE7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02773-8D22-2D9A-7385-E433B8F9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01399-B0EF-3BEE-4033-32ED17FE6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24172-7F94-4A1D-A8B5-99274FB7F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33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432E1-30D8-D980-999C-F70ABF92F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2A560-08CA-672E-19EC-4939C11A1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2209BD-072B-1CA5-4A7B-31A6AF2928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C5F08-4850-5AD7-667C-924540E76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C9CA-3CE1-46C8-8B35-A1BB8A4BE7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675F0-CDD4-61BC-E0D8-72DA81DAC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87516F-D2D2-F9EC-4790-B20020B9C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24172-7F94-4A1D-A8B5-99274FB7F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839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2C11-6317-1639-E416-3F73154A1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37AB5B-F6BA-C68D-3C04-C8BCDF37B0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E1CF47-0739-694F-5E67-C52547FEB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C745C-C93F-1367-4B92-DF5E1B65D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C9CA-3CE1-46C8-8B35-A1BB8A4BE7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2CF0D0-CAAD-5808-FCF4-54CF26C6B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FA7FC-DD70-706C-42E4-D9835E6E0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24172-7F94-4A1D-A8B5-99274FB7F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563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2CEA3-2218-0D6F-F18F-485887798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5826B-DB6B-9504-4493-75FA957CB5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41111-5BE9-498D-31EA-044FDCC22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C9CA-3CE1-46C8-8B35-A1BB8A4BE7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7C3F5-5B5F-1D9A-4CC3-38F77402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66BBC-8C48-1231-3D76-606E0A238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24172-7F94-4A1D-A8B5-99274FB7F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529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F2357A-F273-DCEA-053A-4A861F8ACA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A16A28-A68F-4CD1-6E7E-CFA45AB07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8853E-C964-493C-85ED-A347B700D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FC9CA-3CE1-46C8-8B35-A1BB8A4BE7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15EA8-3F90-720F-DDF6-5F00B72AF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EFB88-AB05-37C4-5725-EA0B61374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24172-7F94-4A1D-A8B5-99274FB7F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03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04D145-BE43-276A-32CF-34B188AB9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42A3BC-510E-F4CA-7C49-C2ED5DAAA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210E3-2B41-6AD9-1494-53388ACAA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1FC9CA-3CE1-46C8-8B35-A1BB8A4BE7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2B840-5381-D2C4-9408-A8E5CAE43D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FA87B-70F7-8C4F-64F7-C941888B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C24172-7F94-4A1D-A8B5-99274FB7F67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BDB05D-2746-5078-8305-DEB2007F49A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6557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/>
              </a:rPr>
              <a:t>MAHLE internal restricted (CL2)</a:t>
            </a:r>
          </a:p>
        </p:txBody>
      </p:sp>
    </p:spTree>
    <p:extLst>
      <p:ext uri="{BB962C8B-B14F-4D97-AF65-F5344CB8AC3E}">
        <p14:creationId xmlns:p14="http://schemas.microsoft.com/office/powerpoint/2010/main" val="1625911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94D342-6064-5304-7065-DF7D38E98323}"/>
              </a:ext>
            </a:extLst>
          </p:cNvPr>
          <p:cNvSpPr txBox="1"/>
          <p:nvPr/>
        </p:nvSpPr>
        <p:spPr>
          <a:xfrm>
            <a:off x="7475848" y="3087130"/>
            <a:ext cx="2072220" cy="1844736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40DFE59-E720-3A83-67BE-7C3EC6F55174}"/>
              </a:ext>
            </a:extLst>
          </p:cNvPr>
          <p:cNvSpPr txBox="1"/>
          <p:nvPr/>
        </p:nvSpPr>
        <p:spPr>
          <a:xfrm>
            <a:off x="3401811" y="2122749"/>
            <a:ext cx="2072220" cy="1844736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66B782E9-FC7B-9D83-A244-F2AC89FE4B37}"/>
              </a:ext>
            </a:extLst>
          </p:cNvPr>
          <p:cNvSpPr/>
          <p:nvPr/>
        </p:nvSpPr>
        <p:spPr>
          <a:xfrm>
            <a:off x="1047404" y="972589"/>
            <a:ext cx="1055716" cy="9101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17B5877-7447-496A-BC34-120CBA8CD921}"/>
              </a:ext>
            </a:extLst>
          </p:cNvPr>
          <p:cNvSpPr/>
          <p:nvPr/>
        </p:nvSpPr>
        <p:spPr>
          <a:xfrm>
            <a:off x="2101735" y="973279"/>
            <a:ext cx="1055716" cy="9101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8CE81BC7-F8EF-4901-15D8-AD445F53673C}"/>
              </a:ext>
            </a:extLst>
          </p:cNvPr>
          <p:cNvSpPr/>
          <p:nvPr/>
        </p:nvSpPr>
        <p:spPr>
          <a:xfrm flipV="1">
            <a:off x="1573880" y="969124"/>
            <a:ext cx="1055716" cy="9101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0A845CA7-3AC3-AF4A-7F9D-526E0E650284}"/>
              </a:ext>
            </a:extLst>
          </p:cNvPr>
          <p:cNvSpPr/>
          <p:nvPr/>
        </p:nvSpPr>
        <p:spPr>
          <a:xfrm flipV="1">
            <a:off x="2628211" y="969814"/>
            <a:ext cx="1055716" cy="910100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08F58A-1583-2AFE-0123-10B80D64183E}"/>
              </a:ext>
            </a:extLst>
          </p:cNvPr>
          <p:cNvSpPr txBox="1"/>
          <p:nvPr/>
        </p:nvSpPr>
        <p:spPr>
          <a:xfrm>
            <a:off x="5910449" y="1704571"/>
            <a:ext cx="2483428" cy="1844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STRUCTURED</a:t>
            </a:r>
          </a:p>
          <a:p>
            <a:pPr>
              <a:lnSpc>
                <a:spcPts val="1500"/>
              </a:lnSpc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</a:p>
          <a:p>
            <a:pPr>
              <a:lnSpc>
                <a:spcPts val="1500"/>
              </a:lnSpc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P</a:t>
            </a:r>
          </a:p>
          <a:p>
            <a:pPr>
              <a:lnSpc>
                <a:spcPts val="1500"/>
              </a:lnSpc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P  </a:t>
            </a:r>
          </a:p>
          <a:p>
            <a:pPr>
              <a:lnSpc>
                <a:spcPts val="1500"/>
              </a:lnSpc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R</a:t>
            </a:r>
          </a:p>
          <a:p>
            <a:pPr>
              <a:lnSpc>
                <a:spcPts val="1500"/>
              </a:lnSpc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O</a:t>
            </a:r>
          </a:p>
          <a:p>
            <a:pPr>
              <a:lnSpc>
                <a:spcPts val="1500"/>
              </a:lnSpc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A</a:t>
            </a:r>
          </a:p>
          <a:p>
            <a:pPr>
              <a:lnSpc>
                <a:spcPts val="1500"/>
              </a:lnSpc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C</a:t>
            </a:r>
          </a:p>
          <a:p>
            <a:pPr>
              <a:lnSpc>
                <a:spcPts val="1500"/>
              </a:lnSpc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H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B431F2C-5826-8461-7C37-07DED9C4F4DD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7299351" y="1892272"/>
            <a:ext cx="0" cy="13972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E4BAAB48-9EC5-A60B-E308-893FA25AE5DC}"/>
              </a:ext>
            </a:extLst>
          </p:cNvPr>
          <p:cNvSpPr/>
          <p:nvPr/>
        </p:nvSpPr>
        <p:spPr>
          <a:xfrm>
            <a:off x="7237005" y="3289497"/>
            <a:ext cx="124691" cy="1246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C78F4B6-9F07-D9E3-AC06-D1813D183D26}"/>
              </a:ext>
            </a:extLst>
          </p:cNvPr>
          <p:cNvCxnSpPr>
            <a:cxnSpLocks/>
          </p:cNvCxnSpPr>
          <p:nvPr/>
        </p:nvCxnSpPr>
        <p:spPr>
          <a:xfrm flipH="1">
            <a:off x="1999733" y="2428602"/>
            <a:ext cx="94095" cy="2128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1B5BE65-8AAC-59CD-7962-63A221DF6919}"/>
              </a:ext>
            </a:extLst>
          </p:cNvPr>
          <p:cNvSpPr txBox="1"/>
          <p:nvPr/>
        </p:nvSpPr>
        <p:spPr>
          <a:xfrm>
            <a:off x="8167161" y="4009498"/>
            <a:ext cx="488600" cy="498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pPr>
              <a:lnSpc>
                <a:spcPts val="1500"/>
              </a:lnSpc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E8C6C8-6C6A-9280-C822-B4F7B30E80A0}"/>
              </a:ext>
            </a:extLst>
          </p:cNvPr>
          <p:cNvSpPr txBox="1"/>
          <p:nvPr/>
        </p:nvSpPr>
        <p:spPr>
          <a:xfrm>
            <a:off x="8385085" y="3725224"/>
            <a:ext cx="488600" cy="498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pPr>
              <a:lnSpc>
                <a:spcPts val="1500"/>
              </a:lnSpc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3F43BFC-DAAF-1FD3-5231-B28AD8E24DF9}"/>
              </a:ext>
            </a:extLst>
          </p:cNvPr>
          <p:cNvSpPr/>
          <p:nvPr/>
        </p:nvSpPr>
        <p:spPr>
          <a:xfrm>
            <a:off x="8149577" y="3967485"/>
            <a:ext cx="341280" cy="3412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C3F5AE4-5AA0-B1BC-7BB4-8B6306364107}"/>
              </a:ext>
            </a:extLst>
          </p:cNvPr>
          <p:cNvGrpSpPr/>
          <p:nvPr/>
        </p:nvGrpSpPr>
        <p:grpSpPr>
          <a:xfrm>
            <a:off x="4217325" y="1704571"/>
            <a:ext cx="172489" cy="235326"/>
            <a:chOff x="4183611" y="2323724"/>
            <a:chExt cx="172489" cy="235326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D261E19-F6FC-D32E-5EA8-30B791C4F193}"/>
                </a:ext>
              </a:extLst>
            </p:cNvPr>
            <p:cNvSpPr txBox="1"/>
            <p:nvPr/>
          </p:nvSpPr>
          <p:spPr>
            <a:xfrm>
              <a:off x="4203704" y="2323724"/>
              <a:ext cx="95246" cy="18770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ts val="1500"/>
                </a:lnSpc>
              </a:pPr>
              <a:r>
                <a:rPr lang="en-GB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</a:t>
              </a:r>
            </a:p>
            <a:p>
              <a:pPr>
                <a:lnSpc>
                  <a:spcPts val="1500"/>
                </a:lnSpc>
              </a:pPr>
              <a:r>
                <a:rPr lang="en-GB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endParaRPr lang="en-US" sz="9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C9213EE-0088-14E8-D61A-15056C32FE19}"/>
                </a:ext>
              </a:extLst>
            </p:cNvPr>
            <p:cNvSpPr/>
            <p:nvPr/>
          </p:nvSpPr>
          <p:spPr>
            <a:xfrm>
              <a:off x="4183611" y="2371244"/>
              <a:ext cx="170640" cy="17064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5374A44-7431-37BF-717F-890B26271A7C}"/>
                </a:ext>
              </a:extLst>
            </p:cNvPr>
            <p:cNvSpPr txBox="1"/>
            <p:nvPr/>
          </p:nvSpPr>
          <p:spPr>
            <a:xfrm>
              <a:off x="4260854" y="2371349"/>
              <a:ext cx="95246" cy="18770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ts val="1500"/>
                </a:lnSpc>
              </a:pPr>
              <a:r>
                <a:rPr lang="en-GB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  <a:p>
              <a:pPr>
                <a:lnSpc>
                  <a:spcPts val="1500"/>
                </a:lnSpc>
              </a:pPr>
              <a:r>
                <a:rPr lang="en-GB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endParaRPr lang="en-US" sz="9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56E188DB-907B-50CD-3F87-6822F8523FC2}"/>
              </a:ext>
            </a:extLst>
          </p:cNvPr>
          <p:cNvSpPr/>
          <p:nvPr/>
        </p:nvSpPr>
        <p:spPr>
          <a:xfrm>
            <a:off x="6099441" y="190155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24D9648-F4E4-FEEF-0B44-FA4D33180746}"/>
              </a:ext>
            </a:extLst>
          </p:cNvPr>
          <p:cNvSpPr txBox="1"/>
          <p:nvPr/>
        </p:nvSpPr>
        <p:spPr>
          <a:xfrm>
            <a:off x="3650936" y="2216199"/>
            <a:ext cx="2483428" cy="1652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 A</a:t>
            </a:r>
          </a:p>
          <a:p>
            <a:pPr>
              <a:lnSpc>
                <a:spcPts val="1500"/>
              </a:lnSpc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 P</a:t>
            </a:r>
          </a:p>
          <a:p>
            <a:pPr>
              <a:lnSpc>
                <a:spcPts val="1500"/>
              </a:lnSpc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 P  </a:t>
            </a:r>
          </a:p>
          <a:p>
            <a:pPr>
              <a:lnSpc>
                <a:spcPts val="1500"/>
              </a:lnSpc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 R</a:t>
            </a:r>
          </a:p>
          <a:p>
            <a:pPr>
              <a:lnSpc>
                <a:spcPts val="1500"/>
              </a:lnSpc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 O</a:t>
            </a:r>
          </a:p>
          <a:p>
            <a:pPr>
              <a:lnSpc>
                <a:spcPts val="1500"/>
              </a:lnSpc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 A</a:t>
            </a:r>
          </a:p>
          <a:p>
            <a:pPr>
              <a:lnSpc>
                <a:spcPts val="1500"/>
              </a:lnSpc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 C</a:t>
            </a:r>
          </a:p>
          <a:p>
            <a:pPr>
              <a:lnSpc>
                <a:spcPts val="1500"/>
              </a:lnSpc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STRUCTURED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161A254-AC07-86E8-71BA-F04F1A524009}"/>
              </a:ext>
            </a:extLst>
          </p:cNvPr>
          <p:cNvSpPr/>
          <p:nvPr/>
        </p:nvSpPr>
        <p:spPr>
          <a:xfrm>
            <a:off x="3708175" y="3575445"/>
            <a:ext cx="188418" cy="18841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FA675E8-2E4E-FE7F-AE78-87054A9AC977}"/>
              </a:ext>
            </a:extLst>
          </p:cNvPr>
          <p:cNvSpPr/>
          <p:nvPr/>
        </p:nvSpPr>
        <p:spPr>
          <a:xfrm>
            <a:off x="4942532" y="2243648"/>
            <a:ext cx="188418" cy="18841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8A9BD7F-4B94-C304-05A8-797EDD7505BB}"/>
              </a:ext>
            </a:extLst>
          </p:cNvPr>
          <p:cNvCxnSpPr>
            <a:cxnSpLocks/>
            <a:stCxn id="40" idx="3"/>
            <a:endCxn id="39" idx="7"/>
          </p:cNvCxnSpPr>
          <p:nvPr/>
        </p:nvCxnSpPr>
        <p:spPr>
          <a:xfrm flipH="1">
            <a:off x="3869000" y="2404473"/>
            <a:ext cx="1101125" cy="11985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C39A97F3-FD64-C926-91E9-726FFF8A3043}"/>
              </a:ext>
            </a:extLst>
          </p:cNvPr>
          <p:cNvSpPr txBox="1"/>
          <p:nvPr/>
        </p:nvSpPr>
        <p:spPr>
          <a:xfrm>
            <a:off x="5474031" y="1947278"/>
            <a:ext cx="344883" cy="305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66EBC6F-D303-18A1-457C-335AB1C243BD}"/>
              </a:ext>
            </a:extLst>
          </p:cNvPr>
          <p:cNvSpPr txBox="1"/>
          <p:nvPr/>
        </p:nvSpPr>
        <p:spPr>
          <a:xfrm>
            <a:off x="4885948" y="3550531"/>
            <a:ext cx="344883" cy="305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4F37BAE-EF79-033C-0823-5D2B78A86A33}"/>
              </a:ext>
            </a:extLst>
          </p:cNvPr>
          <p:cNvSpPr/>
          <p:nvPr/>
        </p:nvSpPr>
        <p:spPr>
          <a:xfrm>
            <a:off x="4951621" y="3571974"/>
            <a:ext cx="188418" cy="18841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5506891-E10B-16C5-6C7D-D49667C0CD0A}"/>
              </a:ext>
            </a:extLst>
          </p:cNvPr>
          <p:cNvSpPr/>
          <p:nvPr/>
        </p:nvSpPr>
        <p:spPr>
          <a:xfrm>
            <a:off x="8370557" y="3685744"/>
            <a:ext cx="341280" cy="3412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49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42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Courier New</vt:lpstr>
      <vt:lpstr>Office Theme</vt:lpstr>
      <vt:lpstr>PowerPoint Presentation</vt:lpstr>
    </vt:vector>
  </TitlesOfParts>
  <Company>MAHLE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Gordon Kennedy</dc:creator>
  <cp:lastModifiedBy>Gordon Kennedy</cp:lastModifiedBy>
  <cp:revision>4</cp:revision>
  <dcterms:created xsi:type="dcterms:W3CDTF">2025-11-23T12:29:37Z</dcterms:created>
  <dcterms:modified xsi:type="dcterms:W3CDTF">2025-11-23T12:38:29Z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1a97dba-4a48-4678-b18f-3391b0053218_Enabled">
    <vt:lpwstr>true</vt:lpwstr>
  </property>
  <property fmtid="{D5CDD505-2E9C-101B-9397-08002B2CF9AE}" pid="3" name="MSIP_Label_31a97dba-4a48-4678-b18f-3391b0053218_SetDate">
    <vt:lpwstr>2025-11-23T12:29:37Z</vt:lpwstr>
  </property>
  <property fmtid="{D5CDD505-2E9C-101B-9397-08002B2CF9AE}" pid="4" name="MSIP_Label_31a97dba-4a48-4678-b18f-3391b0053218_Method">
    <vt:lpwstr>Standard</vt:lpwstr>
  </property>
  <property fmtid="{D5CDD505-2E9C-101B-9397-08002B2CF9AE}" pid="5" name="MSIP_Label_31a97dba-4a48-4678-b18f-3391b0053218_Name">
    <vt:lpwstr>MAHLE internal restricted (CL2)</vt:lpwstr>
  </property>
  <property fmtid="{D5CDD505-2E9C-101B-9397-08002B2CF9AE}" pid="6" name="MSIP_Label_31a97dba-4a48-4678-b18f-3391b0053218_SiteId">
    <vt:lpwstr>e396b7c6-05f6-47d7-bef7-e89a9de9fd6c</vt:lpwstr>
  </property>
  <property fmtid="{D5CDD505-2E9C-101B-9397-08002B2CF9AE}" pid="7" name="MSIP_Label_31a97dba-4a48-4678-b18f-3391b0053218_ActionId">
    <vt:lpwstr>83d3a7ba-7e84-4563-9e3e-36f17b8a8d51</vt:lpwstr>
  </property>
  <property fmtid="{D5CDD505-2E9C-101B-9397-08002B2CF9AE}" pid="8" name="MSIP_Label_31a97dba-4a48-4678-b18f-3391b0053218_ContentBits">
    <vt:lpwstr>2</vt:lpwstr>
  </property>
  <property fmtid="{D5CDD505-2E9C-101B-9397-08002B2CF9AE}" pid="9" name="MSIP_Label_31a97dba-4a48-4678-b18f-3391b0053218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MAHLE internal restricted (CL2)</vt:lpwstr>
  </property>
</Properties>
</file>