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5400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60"/>
  </p:normalViewPr>
  <p:slideViewPr>
    <p:cSldViewPr snapToGrid="0">
      <p:cViewPr varScale="1">
        <p:scale>
          <a:sx n="196" d="100"/>
          <a:sy n="196" d="100"/>
        </p:scale>
        <p:origin x="59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1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891070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4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897613"/>
            <a:ext cx="465808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409469"/>
            <a:ext cx="465808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5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7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91691"/>
            <a:ext cx="4658082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315164"/>
            <a:ext cx="2284738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315164"/>
            <a:ext cx="229599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4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518399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8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518399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7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1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91691"/>
            <a:ext cx="3426053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9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91691"/>
            <a:ext cx="465808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958453"/>
            <a:ext cx="465808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C86A2-FA47-4647-A0F2-B149A4F1AD7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337084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53F00-61AF-43F1-9CB5-F828DB2731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3BFF1-3107-8EFE-5165-63C6426BD3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131" y="3487105"/>
            <a:ext cx="499281" cy="68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443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MAHLE internal (CL2)</a:t>
            </a:r>
          </a:p>
        </p:txBody>
      </p:sp>
    </p:spTree>
    <p:extLst>
      <p:ext uri="{BB962C8B-B14F-4D97-AF65-F5344CB8AC3E}">
        <p14:creationId xmlns:p14="http://schemas.microsoft.com/office/powerpoint/2010/main" val="364942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80279B-8461-9240-59F9-8444448B1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2" y="539534"/>
            <a:ext cx="1943101" cy="2979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105C51-3F55-0992-D3FB-39EFA216E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2" y="516678"/>
            <a:ext cx="1943101" cy="1645920"/>
          </a:xfrm>
          <a:prstGeom prst="rect">
            <a:avLst/>
          </a:prstGeom>
        </p:spPr>
      </p:pic>
      <p:sp>
        <p:nvSpPr>
          <p:cNvPr id="6" name="Text Box 1">
            <a:extLst>
              <a:ext uri="{FF2B5EF4-FFF2-40B4-BE49-F238E27FC236}">
                <a16:creationId xmlns:a16="http://schemas.microsoft.com/office/drawing/2014/main" id="{15D9A9B2-A1CB-53CF-1452-97FAECC7FE72}"/>
              </a:ext>
            </a:extLst>
          </p:cNvPr>
          <p:cNvSpPr txBox="1"/>
          <p:nvPr/>
        </p:nvSpPr>
        <p:spPr>
          <a:xfrm>
            <a:off x="2607310" y="21379"/>
            <a:ext cx="2438400" cy="45719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en-US" sz="1099" kern="100"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\\itc.global.mahle\nh-group\AFT Development Project\Source Control</a:t>
            </a: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FDBF7EB9-8EAC-035F-ECEA-20A6069378CE}"/>
              </a:ext>
            </a:extLst>
          </p:cNvPr>
          <p:cNvSpPr txBox="1"/>
          <p:nvPr/>
        </p:nvSpPr>
        <p:spPr>
          <a:xfrm>
            <a:off x="54611" y="36619"/>
            <a:ext cx="2438400" cy="45719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en-US" sz="1099" kern="100" dirty="0">
                <a:latin typeface="Aptos" panose="02110004020202020204"/>
                <a:ea typeface="Aptos" panose="02110004020202020204"/>
                <a:cs typeface="Times New Roman" panose="02020603050405020304" pitchFamily="18" charset="0"/>
              </a:rPr>
              <a:t>\\itc.global.mahle\nh-group\PCC\107. Training and user guides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A4CFBA-BEF0-5666-1362-CF88B4555178}"/>
              </a:ext>
            </a:extLst>
          </p:cNvPr>
          <p:cNvCxnSpPr/>
          <p:nvPr/>
        </p:nvCxnSpPr>
        <p:spPr>
          <a:xfrm flipV="1">
            <a:off x="351789" y="897675"/>
            <a:ext cx="2484121" cy="1341119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EBE814-E1AA-923F-2512-375CE7D5ED71}"/>
              </a:ext>
            </a:extLst>
          </p:cNvPr>
          <p:cNvCxnSpPr/>
          <p:nvPr/>
        </p:nvCxnSpPr>
        <p:spPr>
          <a:xfrm flipV="1">
            <a:off x="336552" y="1111035"/>
            <a:ext cx="2514600" cy="1584961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ED64B6-0B2B-CC0E-04F3-E2CBDF7C8163}"/>
              </a:ext>
            </a:extLst>
          </p:cNvPr>
          <p:cNvCxnSpPr/>
          <p:nvPr/>
        </p:nvCxnSpPr>
        <p:spPr>
          <a:xfrm flipV="1">
            <a:off x="344171" y="2025436"/>
            <a:ext cx="2522221" cy="1127759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175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2226</TotalTime>
  <Words>32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Kennedy</dc:creator>
  <cp:lastModifiedBy>Gordon Kennedy</cp:lastModifiedBy>
  <cp:revision>28</cp:revision>
  <dcterms:created xsi:type="dcterms:W3CDTF">2025-03-10T15:26:41Z</dcterms:created>
  <dcterms:modified xsi:type="dcterms:W3CDTF">2025-03-24T10:01:22Z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72bc7c-1559-43e6-8719-ab74cb663232_Enabled">
    <vt:lpwstr>true</vt:lpwstr>
  </property>
  <property fmtid="{D5CDD505-2E9C-101B-9397-08002B2CF9AE}" pid="3" name="MSIP_Label_0c72bc7c-1559-43e6-8719-ab74cb663232_SetDate">
    <vt:lpwstr>2025-03-10T16:55:37Z</vt:lpwstr>
  </property>
  <property fmtid="{D5CDD505-2E9C-101B-9397-08002B2CF9AE}" pid="4" name="MSIP_Label_0c72bc7c-1559-43e6-8719-ab74cb663232_Method">
    <vt:lpwstr>Standard</vt:lpwstr>
  </property>
  <property fmtid="{D5CDD505-2E9C-101B-9397-08002B2CF9AE}" pid="5" name="MSIP_Label_0c72bc7c-1559-43e6-8719-ab74cb663232_Name">
    <vt:lpwstr>MAHLE internal (CL2)</vt:lpwstr>
  </property>
  <property fmtid="{D5CDD505-2E9C-101B-9397-08002B2CF9AE}" pid="6" name="MSIP_Label_0c72bc7c-1559-43e6-8719-ab74cb663232_SiteId">
    <vt:lpwstr>e396b7c6-05f6-47d7-bef7-e89a9de9fd6c</vt:lpwstr>
  </property>
  <property fmtid="{D5CDD505-2E9C-101B-9397-08002B2CF9AE}" pid="7" name="MSIP_Label_0c72bc7c-1559-43e6-8719-ab74cb663232_ActionId">
    <vt:lpwstr>53f70aec-7530-4878-90e8-50766dd62ebd</vt:lpwstr>
  </property>
  <property fmtid="{D5CDD505-2E9C-101B-9397-08002B2CF9AE}" pid="8" name="MSIP_Label_0c72bc7c-1559-43e6-8719-ab74cb663232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MAHLE internal (CL2)</vt:lpwstr>
  </property>
</Properties>
</file>